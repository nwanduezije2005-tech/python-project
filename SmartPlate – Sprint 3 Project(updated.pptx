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3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5761"/>
  </p:normalViewPr>
  <p:slideViewPr>
    <p:cSldViewPr snapToGrid="0">
      <p:cViewPr varScale="1">
        <p:scale>
          <a:sx n="81" d="100"/>
          <a:sy n="81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-23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B967D-16BE-0747-AA3D-78BEB1E895DF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B5DDC-276E-A544-A2BC-1A8E42B47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83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Tracks plates automatically using QR/RFID</a:t>
            </a:r>
          </a:p>
          <a:p>
            <a:r>
              <a:rPr lang="en-US" dirty="0"/>
              <a:t>Shows live total cost to customers</a:t>
            </a:r>
          </a:p>
          <a:p>
            <a:r>
              <a:rPr lang="en-US" dirty="0"/>
              <a:t>Allows digital food ordering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B5DDC-276E-A544-A2BC-1A8E42B478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4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1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3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9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8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3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8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63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602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87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29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9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26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5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6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  <p:sldLayoutId id="2147484014" r:id="rId11"/>
    <p:sldLayoutId id="2147484015" r:id="rId12"/>
    <p:sldLayoutId id="2147484016" r:id="rId13"/>
    <p:sldLayoutId id="2147484017" r:id="rId14"/>
    <p:sldLayoutId id="2147484018" r:id="rId15"/>
    <p:sldLayoutId id="2147484019" r:id="rId16"/>
    <p:sldLayoutId id="214748402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wanduezije2005-tech/smart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452F-CE95-48FC-8A10-547FD23E8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11FBA-DF01-997A-3269-4BA36CEA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Ezije Nwandu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GitHub: </a:t>
            </a: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/nwanduezije2005-tech/</a:t>
            </a:r>
            <a:r>
              <a:rPr lang="en-US" dirty="0" err="1">
                <a:hlinkClick r:id="rId3"/>
              </a:rPr>
              <a:t>smartplate</a:t>
            </a:r>
            <a:r>
              <a:rPr lang="en-US" dirty="0">
                <a:hlinkClick r:id="rId3"/>
              </a:rPr>
              <a:t> 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A Python-based system that automates plate tracking, billing, and ordering for conveyor belt sushi restaurants.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07ED6-244A-B689-4802-DEFA32531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99" y="1709928"/>
            <a:ext cx="5477690" cy="352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7373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187</TotalTime>
  <Words>50</Words>
  <Application>Microsoft Macintosh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Tw Cen MT</vt:lpstr>
      <vt:lpstr>Droplet</vt:lpstr>
      <vt:lpstr>SmartPlate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Ezije Nwandu</dc:creator>
  <cp:lastModifiedBy>Ezije Nwandu</cp:lastModifiedBy>
  <cp:revision>4</cp:revision>
  <dcterms:created xsi:type="dcterms:W3CDTF">2026-04-29T15:45:01Z</dcterms:created>
  <dcterms:modified xsi:type="dcterms:W3CDTF">2026-04-29T19:03:16Z</dcterms:modified>
</cp:coreProperties>
</file>